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giec grap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2550"/>
            <a:ext cx="9144001" cy="2351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